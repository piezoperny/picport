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77B"/>
    <a:srgbClr val="611958"/>
    <a:srgbClr val="491343"/>
    <a:srgbClr val="3E1E39"/>
    <a:srgbClr val="3F0C72"/>
    <a:srgbClr val="541A8E"/>
    <a:srgbClr val="2E0953"/>
    <a:srgbClr val="512660"/>
    <a:srgbClr val="6F3368"/>
    <a:srgbClr val="3C1C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>
        <p:scale>
          <a:sx n="66" d="100"/>
          <a:sy n="66" d="100"/>
        </p:scale>
        <p:origin x="-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0D28B-5043-EF86-B7B6-206106942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733B6-F609-9336-8705-CA32DA1C2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1A25D-64A5-635D-02D9-F5C4091C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2DDB1-7217-93E8-28C4-7221ACAD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0EFF8-9843-CC77-7443-A2DB9B62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4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6D43-25C6-627C-6A39-ED91AB15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21A35-221C-F7AD-ED21-2ED68A11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13D8-83AD-2EF2-5935-F278C6DE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2B50-B235-3A7A-2369-E350606C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89B3-5DE0-3AE7-FC39-9B353E44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1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E84-7F7D-F83C-5776-02C33F60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205C0-BB28-F2C1-2624-A1E22B743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F817A-F618-CAD4-FD29-954A5875B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69D45-19A0-9813-8019-9DFC839A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1FBB9-1CD2-433C-30FD-7BBE0D83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8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5616-B21A-0032-32E9-E4E8F704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2872-D01B-A60C-4CE1-79DDF9164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29269-C98F-F8D1-E907-4164502B3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5391D-FAEE-46F0-7DA8-412AFAC6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A2659-5900-63DD-88FB-26918096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E25DC-5D3A-BF02-69C6-2ADEA817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FED0-2E90-D30D-5E19-08BFCF48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08735-AD9D-AB4C-BF4D-479393FDD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69F01-626E-6FDD-0BED-A0E53CD8B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89F1D-32AD-2E31-F477-12DA5F8EA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13829-4D6A-2128-B598-84B52D528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04FDE-5142-E9BA-4FF5-14927720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2385E-8ECF-F423-7BC8-F06590D4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339540-851B-A828-5CD0-FED06A87E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8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B9CE-6FB6-51B1-AD7A-265C9794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9DABC-C17C-38FA-E1BE-23B08B07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BE10E-A9B5-3C8E-6979-63FF2D0B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5B764-F613-63DC-B083-258C3BE8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0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0CA47-A70D-B37B-A8DD-4AEE83F3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D7A4F-11FD-A1F7-BA0E-4ACE942C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55B79-82F4-54B8-7B25-FAEE4FECF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7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D4C0-8C42-34D9-BF6D-0DEC5F5A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DC21-8637-8072-B0A7-75D63B38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8A0E1-9306-ABF9-37B2-06B5570AB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F7E9E-D9EE-9B81-51EA-8B53439C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D7B43-C842-B2CD-AE83-E32AF58E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6BE09-3BD9-EA6D-CE32-340A3E40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4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4F13-FA4F-1AC5-DE43-E0CEE4DB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1B921-C541-478B-15FA-D2A6A0D81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D873F-24EA-B7B8-6E35-1F0C6564F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84212-3F42-CF7D-65D7-50225DD6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F4F14-D42A-AE15-A2C3-EF18BABF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1AAA-2D87-0744-DF41-ABE41288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5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3AD3-15C0-2465-3850-61AAA038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7BD1D-C303-916D-7FA9-91E1142B2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7F71F-1A0B-0C6B-6FF5-5A57D1C0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BDF33-3CD8-47CD-D43E-6BEBD302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97F23-66FD-A0B6-FC9A-72FF26217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1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45D18-AA4B-FCC6-20AB-BE18094F4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5DF8F-3BAF-9624-3EEC-4DF822A85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1826-9187-0525-7605-48113C84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1AB03-C431-00DB-D2AA-71EC3BC0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AE268-3515-A074-38A3-D20E27D6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8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64F786-ABF7-7C48-6AB3-5EF26BD6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FBA45-0889-73D3-3DC5-703C3F163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600AB-BE89-F406-EB15-9B8E76884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92E21-E4A8-479E-A41B-AB7977F11A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6CBA0-C5B7-529E-70D6-F5BAB33F8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D956-CB75-B016-F2B0-427A87175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21E44-F63E-4CA6-94FC-B63CEFFE8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2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D9762C-8CD8-78A0-F789-0656A18EA951}"/>
              </a:ext>
            </a:extLst>
          </p:cNvPr>
          <p:cNvSpPr/>
          <p:nvPr/>
        </p:nvSpPr>
        <p:spPr>
          <a:xfrm>
            <a:off x="2724912" y="3302000"/>
            <a:ext cx="3848608" cy="1571752"/>
          </a:xfrm>
          <a:prstGeom prst="rect">
            <a:avLst/>
          </a:prstGeom>
          <a:gradFill>
            <a:gsLst>
              <a:gs pos="75000">
                <a:srgbClr val="7030A0"/>
              </a:gs>
              <a:gs pos="22000">
                <a:schemeClr val="tx1"/>
              </a:gs>
              <a:gs pos="61000">
                <a:srgbClr val="512660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E414ADAF-69C4-0D7F-795A-24D5DD48A412}"/>
              </a:ext>
            </a:extLst>
          </p:cNvPr>
          <p:cNvSpPr/>
          <p:nvPr/>
        </p:nvSpPr>
        <p:spPr>
          <a:xfrm>
            <a:off x="2724912" y="2761488"/>
            <a:ext cx="2112264" cy="2112264"/>
          </a:xfrm>
          <a:prstGeom prst="rtTriangle">
            <a:avLst/>
          </a:prstGeom>
          <a:gradFill flip="none" rotWithShape="1">
            <a:gsLst>
              <a:gs pos="96000">
                <a:srgbClr val="7030A0"/>
              </a:gs>
              <a:gs pos="6000">
                <a:schemeClr val="tx1"/>
              </a:gs>
              <a:gs pos="51000">
                <a:srgbClr val="512660"/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E1C2C3C8-6030-D365-4C68-87139665AAE8}"/>
              </a:ext>
            </a:extLst>
          </p:cNvPr>
          <p:cNvSpPr/>
          <p:nvPr/>
        </p:nvSpPr>
        <p:spPr>
          <a:xfrm>
            <a:off x="6573520" y="3300222"/>
            <a:ext cx="1573530" cy="1573530"/>
          </a:xfrm>
          <a:prstGeom prst="rtTriangle">
            <a:avLst/>
          </a:prstGeom>
          <a:gradFill>
            <a:gsLst>
              <a:gs pos="78000">
                <a:srgbClr val="7030A0"/>
              </a:gs>
              <a:gs pos="100000">
                <a:schemeClr val="tx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82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AC1AEE1-985A-991F-F1E9-13B2BF5A2256}"/>
              </a:ext>
            </a:extLst>
          </p:cNvPr>
          <p:cNvGrpSpPr/>
          <p:nvPr/>
        </p:nvGrpSpPr>
        <p:grpSpPr>
          <a:xfrm>
            <a:off x="3983607" y="1441343"/>
            <a:ext cx="3338674" cy="4253631"/>
            <a:chOff x="3983607" y="1441343"/>
            <a:chExt cx="3338674" cy="42536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8807AE-0D4B-5A09-D7B0-066A0DBAC3EB}"/>
                </a:ext>
              </a:extLst>
            </p:cNvPr>
            <p:cNvSpPr/>
            <p:nvPr/>
          </p:nvSpPr>
          <p:spPr>
            <a:xfrm rot="5400000">
              <a:off x="3314838" y="3181813"/>
              <a:ext cx="2259213" cy="921675"/>
            </a:xfrm>
            <a:prstGeom prst="rect">
              <a:avLst/>
            </a:prstGeom>
            <a:gradFill>
              <a:gsLst>
                <a:gs pos="75000">
                  <a:srgbClr val="7030A0"/>
                </a:gs>
                <a:gs pos="36000">
                  <a:schemeClr val="tx1"/>
                </a:gs>
                <a:gs pos="61000">
                  <a:srgbClr val="512660"/>
                </a:gs>
              </a:gsLst>
              <a:lin ang="19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6644430-7C94-9A6E-8F42-B02019B4C6FD}"/>
                </a:ext>
              </a:extLst>
            </p:cNvPr>
            <p:cNvSpPr/>
            <p:nvPr/>
          </p:nvSpPr>
          <p:spPr>
            <a:xfrm rot="5400000">
              <a:off x="3983609" y="2513044"/>
              <a:ext cx="1238631" cy="1238631"/>
            </a:xfrm>
            <a:prstGeom prst="rtTriangle">
              <a:avLst/>
            </a:prstGeom>
            <a:gradFill flip="none" rotWithShape="1">
              <a:gsLst>
                <a:gs pos="96000">
                  <a:srgbClr val="7030A0"/>
                </a:gs>
                <a:gs pos="16000">
                  <a:schemeClr val="tx1"/>
                </a:gs>
                <a:gs pos="51000">
                  <a:srgbClr val="512660"/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FBAF575-0D50-892B-0E07-A63422B9F3F7}"/>
                </a:ext>
              </a:extLst>
            </p:cNvPr>
            <p:cNvSpPr/>
            <p:nvPr/>
          </p:nvSpPr>
          <p:spPr>
            <a:xfrm rot="5400000">
              <a:off x="3983086" y="4772779"/>
              <a:ext cx="922717" cy="921674"/>
            </a:xfrm>
            <a:prstGeom prst="rtTriangle">
              <a:avLst/>
            </a:prstGeom>
            <a:gradFill>
              <a:gsLst>
                <a:gs pos="78000">
                  <a:srgbClr val="7030A0"/>
                </a:gs>
                <a:gs pos="100000">
                  <a:schemeClr val="tx1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F509F9B-440B-7FBB-D382-49719CF7AB4E}"/>
                </a:ext>
              </a:extLst>
            </p:cNvPr>
            <p:cNvGrpSpPr/>
            <p:nvPr/>
          </p:nvGrpSpPr>
          <p:grpSpPr>
            <a:xfrm rot="10800000">
              <a:off x="3994712" y="1442658"/>
              <a:ext cx="2256823" cy="1238631"/>
              <a:chOff x="5999828" y="2812862"/>
              <a:chExt cx="2256823" cy="123863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8E2616-3888-9FBD-FB23-EDE5B7942C07}"/>
                  </a:ext>
                </a:extLst>
              </p:cNvPr>
              <p:cNvSpPr/>
              <p:nvPr/>
            </p:nvSpPr>
            <p:spPr>
              <a:xfrm>
                <a:off x="5999828" y="3127187"/>
                <a:ext cx="2256823" cy="921675"/>
              </a:xfrm>
              <a:custGeom>
                <a:avLst/>
                <a:gdLst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2256823 w 2256823"/>
                  <a:gd name="csY2" fmla="*/ 921675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8025"/>
                  <a:gd name="csX1" fmla="*/ 2256823 w 2256823"/>
                  <a:gd name="csY1" fmla="*/ 0 h 928025"/>
                  <a:gd name="csX2" fmla="*/ 1545623 w 2256823"/>
                  <a:gd name="csY2" fmla="*/ 928025 h 928025"/>
                  <a:gd name="csX3" fmla="*/ 0 w 2256823"/>
                  <a:gd name="csY3" fmla="*/ 921675 h 928025"/>
                  <a:gd name="csX4" fmla="*/ 0 w 2256823"/>
                  <a:gd name="csY4" fmla="*/ 0 h 92802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90073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8323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5148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4850"/>
                  <a:gd name="csX1" fmla="*/ 2256823 w 2256823"/>
                  <a:gd name="csY1" fmla="*/ 0 h 924850"/>
                  <a:gd name="csX2" fmla="*/ 1555148 w 2256823"/>
                  <a:gd name="csY2" fmla="*/ 924850 h 924850"/>
                  <a:gd name="csX3" fmla="*/ 0 w 2256823"/>
                  <a:gd name="csY3" fmla="*/ 921675 h 924850"/>
                  <a:gd name="csX4" fmla="*/ 0 w 2256823"/>
                  <a:gd name="csY4" fmla="*/ 0 h 924850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5148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56823" h="921675">
                    <a:moveTo>
                      <a:pt x="0" y="0"/>
                    </a:moveTo>
                    <a:lnTo>
                      <a:pt x="2256823" y="0"/>
                    </a:lnTo>
                    <a:lnTo>
                      <a:pt x="1555148" y="920088"/>
                    </a:lnTo>
                    <a:lnTo>
                      <a:pt x="0" y="92167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75000">
                    <a:srgbClr val="2F177B"/>
                  </a:gs>
                  <a:gs pos="28000">
                    <a:schemeClr val="tx1"/>
                  </a:gs>
                  <a:gs pos="61000">
                    <a:srgbClr val="2F177B"/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ight Triangle 8">
                <a:extLst>
                  <a:ext uri="{FF2B5EF4-FFF2-40B4-BE49-F238E27FC236}">
                    <a16:creationId xmlns:a16="http://schemas.microsoft.com/office/drawing/2014/main" id="{AD250854-B87E-981F-8C55-F5FC5012EAC6}"/>
                  </a:ext>
                </a:extLst>
              </p:cNvPr>
              <p:cNvSpPr/>
              <p:nvPr/>
            </p:nvSpPr>
            <p:spPr>
              <a:xfrm>
                <a:off x="5999828" y="2812862"/>
                <a:ext cx="1238631" cy="1238631"/>
              </a:xfrm>
              <a:prstGeom prst="rtTriangle">
                <a:avLst/>
              </a:prstGeom>
              <a:gradFill flip="none" rotWithShape="1">
                <a:gsLst>
                  <a:gs pos="96000">
                    <a:srgbClr val="2F177B"/>
                  </a:gs>
                  <a:gs pos="13000">
                    <a:schemeClr val="tx1"/>
                  </a:gs>
                  <a:gs pos="51000">
                    <a:srgbClr val="2F177B"/>
                  </a:gs>
                </a:gsLst>
                <a:lin ang="19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2825FFF-93AD-B542-8B41-4887277FCE55}"/>
                </a:ext>
              </a:extLst>
            </p:cNvPr>
            <p:cNvGrpSpPr/>
            <p:nvPr/>
          </p:nvGrpSpPr>
          <p:grpSpPr>
            <a:xfrm rot="16200000">
              <a:off x="5574554" y="1950439"/>
              <a:ext cx="2256823" cy="1238631"/>
              <a:chOff x="5999828" y="2812862"/>
              <a:chExt cx="2256823" cy="1238631"/>
            </a:xfrm>
            <a:gradFill>
              <a:gsLst>
                <a:gs pos="51000">
                  <a:srgbClr val="3E1E39"/>
                </a:gs>
                <a:gs pos="22000">
                  <a:schemeClr val="tx1"/>
                </a:gs>
                <a:gs pos="73000">
                  <a:srgbClr val="611958"/>
                </a:gs>
              </a:gsLst>
              <a:lin ang="19200000" scaled="0"/>
            </a:gradFill>
          </p:grpSpPr>
          <p:sp>
            <p:nvSpPr>
              <p:cNvPr id="12" name="Rectangle 7">
                <a:extLst>
                  <a:ext uri="{FF2B5EF4-FFF2-40B4-BE49-F238E27FC236}">
                    <a16:creationId xmlns:a16="http://schemas.microsoft.com/office/drawing/2014/main" id="{2D13F4FA-E8E4-9E29-D081-B4B0B1245DDA}"/>
                  </a:ext>
                </a:extLst>
              </p:cNvPr>
              <p:cNvSpPr/>
              <p:nvPr/>
            </p:nvSpPr>
            <p:spPr>
              <a:xfrm>
                <a:off x="5999828" y="3129818"/>
                <a:ext cx="2256823" cy="921675"/>
              </a:xfrm>
              <a:custGeom>
                <a:avLst/>
                <a:gdLst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2256823 w 2256823"/>
                  <a:gd name="csY2" fmla="*/ 921675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8025"/>
                  <a:gd name="csX1" fmla="*/ 2256823 w 2256823"/>
                  <a:gd name="csY1" fmla="*/ 0 h 928025"/>
                  <a:gd name="csX2" fmla="*/ 1545623 w 2256823"/>
                  <a:gd name="csY2" fmla="*/ 928025 h 928025"/>
                  <a:gd name="csX3" fmla="*/ 0 w 2256823"/>
                  <a:gd name="csY3" fmla="*/ 921675 h 928025"/>
                  <a:gd name="csX4" fmla="*/ 0 w 2256823"/>
                  <a:gd name="csY4" fmla="*/ 0 h 92802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90073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8323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5148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4850"/>
                  <a:gd name="csX1" fmla="*/ 2256823 w 2256823"/>
                  <a:gd name="csY1" fmla="*/ 0 h 924850"/>
                  <a:gd name="csX2" fmla="*/ 1555148 w 2256823"/>
                  <a:gd name="csY2" fmla="*/ 924850 h 924850"/>
                  <a:gd name="csX3" fmla="*/ 0 w 2256823"/>
                  <a:gd name="csY3" fmla="*/ 921675 h 924850"/>
                  <a:gd name="csX4" fmla="*/ 0 w 2256823"/>
                  <a:gd name="csY4" fmla="*/ 0 h 924850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5148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56823" h="921675">
                    <a:moveTo>
                      <a:pt x="0" y="0"/>
                    </a:moveTo>
                    <a:lnTo>
                      <a:pt x="2256823" y="0"/>
                    </a:lnTo>
                    <a:lnTo>
                      <a:pt x="1555148" y="920088"/>
                    </a:lnTo>
                    <a:lnTo>
                      <a:pt x="0" y="92167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ight Triangle 12">
                <a:extLst>
                  <a:ext uri="{FF2B5EF4-FFF2-40B4-BE49-F238E27FC236}">
                    <a16:creationId xmlns:a16="http://schemas.microsoft.com/office/drawing/2014/main" id="{30721748-2921-4B0D-C395-D242840B0EA7}"/>
                  </a:ext>
                </a:extLst>
              </p:cNvPr>
              <p:cNvSpPr/>
              <p:nvPr/>
            </p:nvSpPr>
            <p:spPr>
              <a:xfrm>
                <a:off x="5999828" y="2812862"/>
                <a:ext cx="1238631" cy="1238631"/>
              </a:xfrm>
              <a:prstGeom prst="rtTriangle">
                <a:avLst/>
              </a:prstGeom>
              <a:gradFill>
                <a:gsLst>
                  <a:gs pos="51000">
                    <a:srgbClr val="3E1E39"/>
                  </a:gs>
                  <a:gs pos="15000">
                    <a:schemeClr val="tx1"/>
                  </a:gs>
                  <a:gs pos="73000">
                    <a:srgbClr val="611958"/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65E405E-231F-E8B3-CA55-3924165E8500}"/>
                </a:ext>
              </a:extLst>
            </p:cNvPr>
            <p:cNvGrpSpPr/>
            <p:nvPr/>
          </p:nvGrpSpPr>
          <p:grpSpPr>
            <a:xfrm>
              <a:off x="5065458" y="3533626"/>
              <a:ext cx="2256823" cy="1238631"/>
              <a:chOff x="5999828" y="2812862"/>
              <a:chExt cx="2256823" cy="1238631"/>
            </a:xfrm>
          </p:grpSpPr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F57E2931-B9B7-3CB2-F78C-73B4ACE9847C}"/>
                  </a:ext>
                </a:extLst>
              </p:cNvPr>
              <p:cNvSpPr/>
              <p:nvPr/>
            </p:nvSpPr>
            <p:spPr>
              <a:xfrm>
                <a:off x="5999828" y="3129818"/>
                <a:ext cx="2256823" cy="921675"/>
              </a:xfrm>
              <a:custGeom>
                <a:avLst/>
                <a:gdLst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2256823 w 2256823"/>
                  <a:gd name="csY2" fmla="*/ 921675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8025"/>
                  <a:gd name="csX1" fmla="*/ 2256823 w 2256823"/>
                  <a:gd name="csY1" fmla="*/ 0 h 928025"/>
                  <a:gd name="csX2" fmla="*/ 1545623 w 2256823"/>
                  <a:gd name="csY2" fmla="*/ 928025 h 928025"/>
                  <a:gd name="csX3" fmla="*/ 0 w 2256823"/>
                  <a:gd name="csY3" fmla="*/ 921675 h 928025"/>
                  <a:gd name="csX4" fmla="*/ 0 w 2256823"/>
                  <a:gd name="csY4" fmla="*/ 0 h 92802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90073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8323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5148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  <a:gd name="csX0" fmla="*/ 0 w 2256823"/>
                  <a:gd name="csY0" fmla="*/ 0 h 924850"/>
                  <a:gd name="csX1" fmla="*/ 2256823 w 2256823"/>
                  <a:gd name="csY1" fmla="*/ 0 h 924850"/>
                  <a:gd name="csX2" fmla="*/ 1555148 w 2256823"/>
                  <a:gd name="csY2" fmla="*/ 924850 h 924850"/>
                  <a:gd name="csX3" fmla="*/ 0 w 2256823"/>
                  <a:gd name="csY3" fmla="*/ 921675 h 924850"/>
                  <a:gd name="csX4" fmla="*/ 0 w 2256823"/>
                  <a:gd name="csY4" fmla="*/ 0 h 924850"/>
                  <a:gd name="csX0" fmla="*/ 0 w 2256823"/>
                  <a:gd name="csY0" fmla="*/ 0 h 921675"/>
                  <a:gd name="csX1" fmla="*/ 2256823 w 2256823"/>
                  <a:gd name="csY1" fmla="*/ 0 h 921675"/>
                  <a:gd name="csX2" fmla="*/ 1555148 w 2256823"/>
                  <a:gd name="csY2" fmla="*/ 920088 h 921675"/>
                  <a:gd name="csX3" fmla="*/ 0 w 2256823"/>
                  <a:gd name="csY3" fmla="*/ 921675 h 921675"/>
                  <a:gd name="csX4" fmla="*/ 0 w 2256823"/>
                  <a:gd name="csY4" fmla="*/ 0 h 921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56823" h="921675">
                    <a:moveTo>
                      <a:pt x="0" y="0"/>
                    </a:moveTo>
                    <a:lnTo>
                      <a:pt x="2256823" y="0"/>
                    </a:lnTo>
                    <a:lnTo>
                      <a:pt x="1555148" y="920088"/>
                    </a:lnTo>
                    <a:lnTo>
                      <a:pt x="0" y="92167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51000">
                    <a:srgbClr val="3F0C72"/>
                  </a:gs>
                  <a:gs pos="22000">
                    <a:schemeClr val="tx1"/>
                  </a:gs>
                  <a:gs pos="59000">
                    <a:srgbClr val="541A8E"/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ight Triangle 15">
                <a:extLst>
                  <a:ext uri="{FF2B5EF4-FFF2-40B4-BE49-F238E27FC236}">
                    <a16:creationId xmlns:a16="http://schemas.microsoft.com/office/drawing/2014/main" id="{5E4B134D-75DA-CA17-605D-8431DD575DB9}"/>
                  </a:ext>
                </a:extLst>
              </p:cNvPr>
              <p:cNvSpPr/>
              <p:nvPr/>
            </p:nvSpPr>
            <p:spPr>
              <a:xfrm>
                <a:off x="5999828" y="2812862"/>
                <a:ext cx="1238631" cy="1238631"/>
              </a:xfrm>
              <a:prstGeom prst="rtTriangle">
                <a:avLst/>
              </a:prstGeom>
              <a:gradFill flip="none" rotWithShape="1">
                <a:gsLst>
                  <a:gs pos="96000">
                    <a:srgbClr val="7030A0"/>
                  </a:gs>
                  <a:gs pos="13000">
                    <a:schemeClr val="tx1"/>
                  </a:gs>
                  <a:gs pos="51000">
                    <a:srgbClr val="3F0C72"/>
                  </a:gs>
                </a:gsLst>
                <a:lin ang="19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2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m.pernazza@campus.unimib.it</dc:creator>
  <cp:lastModifiedBy>m.pernazza@campus.unimib.it</cp:lastModifiedBy>
  <cp:revision>1</cp:revision>
  <dcterms:created xsi:type="dcterms:W3CDTF">2025-12-25T17:27:04Z</dcterms:created>
  <dcterms:modified xsi:type="dcterms:W3CDTF">2025-12-25T18:06:44Z</dcterms:modified>
</cp:coreProperties>
</file>